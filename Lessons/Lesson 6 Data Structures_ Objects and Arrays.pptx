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7" r:id="rId8"/>
    <p:sldId id="260" r:id="rId9"/>
    <p:sldId id="261" r:id="rId10"/>
    <p:sldId id="262" r:id="rId11"/>
    <p:sldId id="263" r:id="rId12"/>
    <p:sldId id="264" r:id="rId13"/>
    <p:sldId id="266" r:id="rId14"/>
    <p:sldId id="265" r:id="rId15"/>
  </p:sldIdLst>
  <p:sldSz cx="9144000" cy="5143500" type="screen16x9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Lato" panose="020F0502020204030203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79" d="100"/>
          <a:sy n="79" d="100"/>
        </p:scale>
        <p:origin x="108" y="11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03f8f474e3_0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03f8f474e3_0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03f8f474e3_0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03f8f474e3_0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3f8f474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3f8f474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03f8f474e3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03f8f474e3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03f8f474e3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03f8f474e3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03f8f474e3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03f8f474e3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03f8f474e3_0_1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03f8f474e3_0_1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03f8f474e3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03f8f474e3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03f8f474e3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03f8f474e3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03f8f474e3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03f8f474e3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 panose="020F0502020204030203"/>
              <a:buChar char="●"/>
              <a:defRPr sz="13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●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○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 panose="020F0502020204030203"/>
              <a:buChar char="■"/>
              <a:defRPr sz="11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Structures: Objects and Arrays</a:t>
            </a:r>
            <a:endParaRPr lang="en-GB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What Are Data Structures?</a:t>
            </a:r>
            <a:endParaRPr lang="en-GB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structures are different ways to organize and store data in a programming language. They allow us to manage data efficiently, ensuring that we can access and manipulate it easily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Arrays and Objects.</a:t>
            </a:r>
            <a:r>
              <a:rPr lang="en-GB"/>
              <a:t> These structures allow us to store, retrieve, and manipulate data in different ways</a:t>
            </a:r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Introduction to Arrays</a:t>
            </a:r>
            <a:endParaRPr lang="en-GB"/>
          </a:p>
        </p:txBody>
      </p:sp>
      <p:sp>
        <p:nvSpPr>
          <p:cNvPr id="99" name="Google Shape;99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 array is a list-like structure that allows us to store multiple values in a single variable. Each value is stored at a specific index, which we can use to retrieve or modify it later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altLang="en-GB">
                <a:solidFill>
                  <a:schemeClr val="lt1"/>
                </a:solidFill>
                <a:highlight>
                  <a:schemeClr val="accent1"/>
                </a:highlight>
              </a:rPr>
              <a:t>l</a:t>
            </a: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et arr = [1,2,7,3,4,5]</a:t>
            </a:r>
            <a:endParaRPr>
              <a:solidFill>
                <a:schemeClr val="lt1"/>
              </a:solidFill>
              <a:highlight>
                <a:schemeClr val="accen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Arrays</a:t>
            </a:r>
            <a:endParaRPr lang="en-GB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push()</a:t>
            </a:r>
            <a:r>
              <a:rPr lang="en-GB"/>
              <a:t>  /*add new element at the end of array */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pop() </a:t>
            </a:r>
            <a:r>
              <a:rPr lang="en-GB"/>
              <a:t> /*remove last element at the end of array */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Additionally, we can loop through arrays using the </a:t>
            </a: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for loop</a:t>
            </a:r>
            <a:r>
              <a:rPr lang="en-GB"/>
              <a:t> or the</a:t>
            </a: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 forEach()</a:t>
            </a:r>
            <a:r>
              <a:rPr lang="en-GB"/>
              <a:t> method to perform an action on each item."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Working with Arrays</a:t>
            </a:r>
            <a:endParaRPr lang="en-GB"/>
          </a:p>
        </p:txBody>
      </p:sp>
      <p:sp>
        <p:nvSpPr>
          <p:cNvPr id="105" name="Google Shape;105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push()</a:t>
            </a:r>
            <a:r>
              <a:rPr lang="en-GB"/>
              <a:t>  /*add new element at the end of array */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pop() </a:t>
            </a:r>
            <a:r>
              <a:rPr lang="en-GB"/>
              <a:t> /*remove last element at the end of array */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Additionally, we can loop through arrays using the </a:t>
            </a: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for loop</a:t>
            </a:r>
            <a:r>
              <a:rPr lang="en-GB"/>
              <a:t> or the</a:t>
            </a: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 forEach()</a:t>
            </a:r>
            <a:r>
              <a:rPr lang="en-GB"/>
              <a:t> method to perform an action on each item."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Objects</a:t>
            </a:r>
            <a:endParaRPr lang="en-GB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Objects in JavaScript are collections of key-value pairs. Each key is unique, and the value can be of any type: </a:t>
            </a:r>
            <a:r>
              <a:rPr lang="en-GB">
                <a:solidFill>
                  <a:schemeClr val="lt1"/>
                </a:solidFill>
                <a:highlight>
                  <a:schemeClr val="accent1"/>
                </a:highlight>
              </a:rPr>
              <a:t>string, number, array, or even another object</a:t>
            </a:r>
            <a:r>
              <a:rPr lang="en-GB"/>
              <a:t>. Unlike arrays, which are ordered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JavaScript allows us to combine arrays and objects. For example, we can have an array of objects where each object represents an entity like a student, a product, or an employee.</a:t>
            </a:r>
            <a:endParaRPr lang="en-GB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 name </a:t>
            </a:r>
            <a:r>
              <a:rPr lang="en-GB">
                <a:solidFill>
                  <a:srgbClr val="00FF00"/>
                </a:solidFill>
              </a:rPr>
              <a:t>Student</a:t>
            </a:r>
            <a:r>
              <a:rPr lang="en-GB"/>
              <a:t>: </a:t>
            </a:r>
            <a:r>
              <a:rPr lang="en-GB">
                <a:solidFill>
                  <a:srgbClr val="FF0000"/>
                </a:solidFill>
              </a:rPr>
              <a:t>Keys</a:t>
            </a:r>
            <a:r>
              <a:rPr lang="en-GB"/>
              <a:t>: </a:t>
            </a:r>
            <a:r>
              <a:rPr lang="en-GB">
                <a:solidFill>
                  <a:srgbClr val="0000FF"/>
                </a:solidFill>
              </a:rPr>
              <a:t>Value</a:t>
            </a:r>
            <a:endParaRPr>
              <a:solidFill>
                <a:srgbClr val="0000FF"/>
              </a:solidFill>
            </a:endParaRPr>
          </a:p>
        </p:txBody>
      </p:sp>
      <p:sp>
        <p:nvSpPr>
          <p:cNvPr id="117" name="Google Shape;117;p18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let </a:t>
            </a:r>
            <a:r>
              <a:rPr lang="en-GB">
                <a:solidFill>
                  <a:srgbClr val="00FF00"/>
                </a:solidFill>
              </a:rPr>
              <a:t>student </a:t>
            </a:r>
            <a:r>
              <a:rPr lang="en-GB"/>
              <a:t>= {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r>
              <a:rPr lang="en-GB">
                <a:solidFill>
                  <a:srgbClr val="FF0000"/>
                </a:solidFill>
              </a:rPr>
              <a:t>name</a:t>
            </a:r>
            <a:r>
              <a:rPr lang="en-GB"/>
              <a:t>: </a:t>
            </a:r>
            <a:r>
              <a:rPr lang="en-GB">
                <a:solidFill>
                  <a:srgbClr val="0000FF"/>
                </a:solidFill>
              </a:rPr>
              <a:t>'John'</a:t>
            </a:r>
            <a:r>
              <a:rPr lang="en-GB"/>
              <a:t>,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r>
              <a:rPr lang="en-GB">
                <a:solidFill>
                  <a:srgbClr val="FF0000"/>
                </a:solidFill>
              </a:rPr>
              <a:t>age</a:t>
            </a:r>
            <a:r>
              <a:rPr lang="en-GB"/>
              <a:t>: </a:t>
            </a:r>
            <a:r>
              <a:rPr lang="en-GB">
                <a:solidFill>
                  <a:srgbClr val="0000FF"/>
                </a:solidFill>
              </a:rPr>
              <a:t>20</a:t>
            </a:r>
            <a:r>
              <a:rPr lang="en-GB"/>
              <a:t>,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</a:t>
            </a:r>
            <a:r>
              <a:rPr lang="en-GB">
                <a:solidFill>
                  <a:srgbClr val="FF0000"/>
                </a:solidFill>
              </a:rPr>
              <a:t>major</a:t>
            </a:r>
            <a:r>
              <a:rPr lang="en-GB"/>
              <a:t>: '</a:t>
            </a:r>
            <a:r>
              <a:rPr lang="en-GB">
                <a:solidFill>
                  <a:srgbClr val="0000FF"/>
                </a:solidFill>
              </a:rPr>
              <a:t>Computer Science</a:t>
            </a:r>
            <a:r>
              <a:rPr lang="en-GB"/>
              <a:t>'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};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Accessing Object Properties</a:t>
            </a:r>
            <a:endParaRPr lang="en-GB"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Dot notation</a:t>
            </a:r>
            <a:r>
              <a:rPr lang="en-GB" sz="1100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:: </a:t>
            </a:r>
            <a:r>
              <a:rPr lang="en-GB"/>
              <a:t>console.log(student.name);                   // Output: John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/>
              <a:t>Bracket notation:: </a:t>
            </a:r>
            <a:r>
              <a:rPr lang="en-GB"/>
              <a:t>console.log(student['age']); // Output: 20</a:t>
            </a:r>
            <a:endParaRPr lang="en-GB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0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Adding or Updating Object Properties</a:t>
            </a:r>
            <a:endParaRPr lang="en-GB"/>
          </a:p>
        </p:txBody>
      </p:sp>
      <p:sp>
        <p:nvSpPr>
          <p:cNvPr id="129" name="Google Shape;129;p20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Adding//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student.grade = 'A';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console.log(student.grade); // Output: A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Upading//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Student.age = 21; 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>
                <a:solidFill>
                  <a:schemeClr val="dk2"/>
                </a:solidFill>
              </a:rPr>
              <a:t>console.log(student.age); // Output: 21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Looping Through Objects	</a:t>
            </a:r>
            <a:endParaRPr lang="en-GB"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for (let key in student) {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console.log(key + ": " + student[key]);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}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dirty="0"/>
              <a:t>const students = {</a:t>
            </a:r>
            <a:endParaRPr lang="en-US" dirty="0"/>
          </a:p>
          <a:p>
            <a:pPr marL="603250" lvl="1" indent="0">
              <a:buNone/>
            </a:pPr>
            <a:r>
              <a:rPr lang="en-US" dirty="0"/>
              <a:t>student1: { id: 1, name: "Alice" },</a:t>
            </a:r>
            <a:endParaRPr lang="en-US" dirty="0"/>
          </a:p>
          <a:p>
            <a:pPr marL="603250" lvl="1" indent="0">
              <a:buNone/>
            </a:pPr>
            <a:r>
              <a:rPr lang="en-US" dirty="0"/>
              <a:t> student2: { id: 2, name: "Bob" },</a:t>
            </a:r>
            <a:endParaRPr lang="en-US" dirty="0"/>
          </a:p>
          <a:p>
            <a:pPr marL="603250" lvl="1" indent="0">
              <a:buNone/>
            </a:pPr>
            <a:r>
              <a:rPr lang="en-US" dirty="0"/>
              <a:t> student3: { id: 3, name: "Charlie" }</a:t>
            </a:r>
            <a:endParaRPr lang="en-US" dirty="0"/>
          </a:p>
          <a:p>
            <a:pPr marL="146050" indent="0">
              <a:buNone/>
            </a:pPr>
            <a:r>
              <a:rPr lang="en-US" dirty="0"/>
              <a:t>};</a:t>
            </a:r>
            <a:endParaRPr lang="en-US" dirty="0"/>
          </a:p>
          <a:p>
            <a:endParaRPr lang="en-US" dirty="0"/>
          </a:p>
          <a:p>
            <a:r>
              <a:rPr lang="en-US" dirty="0"/>
              <a:t>console.log(students);</a:t>
            </a:r>
            <a:endParaRPr lang="en-US" dirty="0"/>
          </a:p>
          <a:p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Task	</a:t>
            </a:r>
            <a:endParaRPr lang="en-GB"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an object that holds a list of 10 student names.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Loop through the object and calculate the length of each student’s name (the number of characters).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US" altLang="en-GB"/>
              <a:t>print the longest name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Output the name and its length.</a:t>
            </a:r>
            <a:endParaRPr lang="en-GB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let students = {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  student1: ‘Mirbek’,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}</a:t>
            </a:r>
            <a:endParaRPr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</a:p>
        </p:txBody>
      </p:sp>
      <p:sp>
        <p:nvSpPr>
          <p:cNvPr id="142" name="Google Shape;142;p22"/>
          <p:cNvSpPr txBox="1"/>
          <p:nvPr/>
        </p:nvSpPr>
        <p:spPr>
          <a:xfrm>
            <a:off x="4400400" y="3041425"/>
            <a:ext cx="2436300" cy="123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0000FF"/>
                </a:solidFill>
                <a:latin typeface="Lato" panose="020F0502020204030203"/>
                <a:ea typeface="Lato" panose="020F0502020204030203"/>
                <a:cs typeface="Lato" panose="020F0502020204030203"/>
                <a:sym typeface="Lato" panose="020F0502020204030203"/>
              </a:rPr>
              <a:t>Let students = [Mirbek, Sadyr];</a:t>
            </a:r>
            <a:endParaRPr sz="1300">
              <a:solidFill>
                <a:srgbClr val="0000FF"/>
              </a:solidFill>
              <a:latin typeface="Lato" panose="020F0502020204030203"/>
              <a:ea typeface="Lato" panose="020F0502020204030203"/>
              <a:cs typeface="Lato" panose="020F0502020204030203"/>
              <a:sym typeface="Lato" panose="020F0502020204030203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2400</Words>
  <Application>WPS Presentation</Application>
  <PresentationFormat>Экран (16:9)</PresentationFormat>
  <Paragraphs>88</Paragraphs>
  <Slides>12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SimSun</vt:lpstr>
      <vt:lpstr>Wingdings</vt:lpstr>
      <vt:lpstr>Arial</vt:lpstr>
      <vt:lpstr>Raleway</vt:lpstr>
      <vt:lpstr>Lato</vt:lpstr>
      <vt:lpstr>Microsoft YaHei</vt:lpstr>
      <vt:lpstr>Arial Unicode MS</vt:lpstr>
      <vt:lpstr>Streamline</vt:lpstr>
      <vt:lpstr>Data Structures: Objects and Arrays</vt:lpstr>
      <vt:lpstr>What Are Data Structures?</vt:lpstr>
      <vt:lpstr> Introduction to Arrays</vt:lpstr>
      <vt:lpstr>Working with Arrays</vt:lpstr>
      <vt:lpstr>Working with Arrays</vt:lpstr>
      <vt:lpstr>Introduction to Objects</vt:lpstr>
      <vt:lpstr>Object name Student: Keys: Value</vt:lpstr>
      <vt:lpstr>Accessing Object Properties</vt:lpstr>
      <vt:lpstr> Adding or Updating Object Properties</vt:lpstr>
      <vt:lpstr>Looping Through Objects	</vt:lpstr>
      <vt:lpstr>PowerPoint 演示文稿</vt:lpstr>
      <vt:lpstr>Task	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Structures: Objects and Arrays</dc:title>
  <dc:creator/>
  <cp:lastModifiedBy>User</cp:lastModifiedBy>
  <cp:revision>2</cp:revision>
  <dcterms:created xsi:type="dcterms:W3CDTF">2026-10-19T03:26:36Z</dcterms:created>
  <dcterms:modified xsi:type="dcterms:W3CDTF">2026-10-19T04:12:08Z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1049-12.1.0.29162</vt:lpwstr>
  </property>
  <property fmtid="{D5CDD505-2E9C-101B-9397-08002B2CF9AE}" pid="3" name="ICV">
    <vt:lpwstr>07C621E0DAB64EA2B52E1289E25939F0_12</vt:lpwstr>
  </property>
</Properties>
</file>